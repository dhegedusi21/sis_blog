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21" r:id="rId1"/>
  </p:sldMasterIdLst>
  <p:notesMasterIdLst>
    <p:notesMasterId r:id="rId12"/>
  </p:notesMasterIdLst>
  <p:sldIdLst>
    <p:sldId id="256" r:id="rId2"/>
    <p:sldId id="257" r:id="rId3"/>
    <p:sldId id="258" r:id="rId4"/>
    <p:sldId id="269" r:id="rId5"/>
    <p:sldId id="270" r:id="rId6"/>
    <p:sldId id="266" r:id="rId7"/>
    <p:sldId id="259" r:id="rId8"/>
    <p:sldId id="267" r:id="rId9"/>
    <p:sldId id="268" r:id="rId10"/>
    <p:sldId id="271" r:id="rId11"/>
  </p:sldIdLst>
  <p:sldSz cx="14630400" cy="8229600"/>
  <p:notesSz cx="8229600" cy="146304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DM Sans" pitchFamily="2" charset="-18"/>
      <p:regular r:id="rId17"/>
      <p:bold r:id="rId18"/>
      <p:italic r:id="rId19"/>
      <p:boldItalic r:id="rId20"/>
    </p:embeddedFont>
    <p:embeddedFont>
      <p:font typeface="DM Sans Semi Bold" panose="020B0604020202020204" charset="-18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17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9F498-B1D2-DA8D-2CC9-33F92AE9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C81B6-0F58-2176-46E7-EF80872AE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FAA8B-6015-830B-126A-EE8C6CE31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2F471-73E1-43BF-CDC5-F542346DD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30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73EF-5576-74FA-BBC0-92A3419C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CCE46-CD19-28D8-941C-DCF383A72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1BDB4-20CD-5467-9F7C-B750C3F5A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070F0-CE93-A1BC-EFE6-9F85C451A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91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4CE2-3F29-E009-FBC6-D80A6AD7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555FF-9C66-71BB-E873-587A42EDF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40676-5E4B-F3E5-1673-9349E5394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B50E3-01E1-81E6-A5E0-4C4F18D30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5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164086"/>
            <a:ext cx="11338560" cy="2190115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358641"/>
            <a:ext cx="11338560" cy="82296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91473" y="5177194"/>
            <a:ext cx="3493008" cy="449570"/>
          </a:xfrm>
        </p:spPr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5188615"/>
            <a:ext cx="7680960" cy="438150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2640" y="1717040"/>
            <a:ext cx="3291840" cy="438150"/>
          </a:xfrm>
        </p:spPr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934309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804150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904240"/>
            <a:ext cx="12984479" cy="3362322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370071"/>
            <a:ext cx="12588240" cy="1146810"/>
          </a:xfrm>
        </p:spPr>
        <p:txBody>
          <a:bodyPr>
            <a:normAutofit/>
          </a:bodyPr>
          <a:lstStyle>
            <a:lvl1pPr marL="0" indent="0" algn="r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2"/>
            <a:ext cx="8389790" cy="436878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73577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261784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0" y="914400"/>
            <a:ext cx="10332720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91" y="2620563"/>
            <a:ext cx="6095989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3759200"/>
            <a:ext cx="637413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60" y="2620563"/>
            <a:ext cx="6126480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759200"/>
            <a:ext cx="640080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155642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018576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760529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4937760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698" y="896111"/>
            <a:ext cx="7812742" cy="65663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4937760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328996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8247888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3486" y="901490"/>
            <a:ext cx="4373954" cy="6560932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8247888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3809930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32" y="5636833"/>
            <a:ext cx="12986441" cy="983226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8072" y="1129728"/>
            <a:ext cx="12986208" cy="4173793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6620059"/>
            <a:ext cx="12984480" cy="842363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818464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04239"/>
            <a:ext cx="12984480" cy="3362960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378960"/>
            <a:ext cx="12156619" cy="1198880"/>
          </a:xfrm>
        </p:spPr>
        <p:txBody>
          <a:bodyPr anchor="ctr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04014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61" y="904240"/>
            <a:ext cx="12181840" cy="3125394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64638" y="4038668"/>
            <a:ext cx="11511283" cy="53333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751835"/>
            <a:ext cx="12181840" cy="815845"/>
          </a:xfrm>
        </p:spPr>
        <p:txBody>
          <a:bodyPr anchor="ctr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  <p:sp>
        <p:nvSpPr>
          <p:cNvPr id="9" name="TextBox 8"/>
          <p:cNvSpPr txBox="1"/>
          <p:nvPr/>
        </p:nvSpPr>
        <p:spPr>
          <a:xfrm>
            <a:off x="571500" y="11201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1076" y="324154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37317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94" y="1349642"/>
            <a:ext cx="12175423" cy="3014202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0" y="4377979"/>
            <a:ext cx="12173585" cy="1199862"/>
          </a:xfrm>
        </p:spPr>
        <p:txBody>
          <a:bodyPr anchor="t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466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4660"/>
            <a:ext cx="8389790" cy="438150"/>
          </a:xfr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0607851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64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42496"/>
            <a:ext cx="4147718" cy="74078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59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2560" y="2641600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40230" y="3484880"/>
            <a:ext cx="4147718" cy="3977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62160" y="2631439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62161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179587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26342" y="5029201"/>
            <a:ext cx="4141898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6342" y="2834640"/>
            <a:ext cx="4141898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26342" y="5848518"/>
            <a:ext cx="4141898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9116" y="5029201"/>
            <a:ext cx="4138722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49116" y="2834640"/>
            <a:ext cx="4138723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49117" y="5848516"/>
            <a:ext cx="4138722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59678" y="5029201"/>
            <a:ext cx="4147763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59826" y="2834640"/>
            <a:ext cx="4137454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59678" y="5848514"/>
            <a:ext cx="4142934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372675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2633471"/>
            <a:ext cx="12984480" cy="4828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4659105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8560" y="894080"/>
            <a:ext cx="2468880" cy="46837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894081"/>
            <a:ext cx="9845041" cy="4683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593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1"/>
            <a:ext cx="8389790" cy="438150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4804825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8116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484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8773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48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17297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4720" y="917247"/>
            <a:ext cx="10332720" cy="1551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33473"/>
            <a:ext cx="12984480" cy="48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4432" y="7627621"/>
            <a:ext cx="349300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19EB1-C4D2-4354-BBF1-DC413C19E0A4}" type="datetimeFigureOut">
              <a:rPr lang="hr-HR" smtClean="0"/>
              <a:t>21.1.2026.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7627015"/>
            <a:ext cx="9326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5600" y="4572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7F5A-13C1-40AC-B9A5-ADFD143661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272074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37" r:id="rId16"/>
    <p:sldLayoutId id="2147483938" r:id="rId17"/>
    <p:sldLayoutId id="2147483939" r:id="rId18"/>
    <p:sldLayoutId id="2147483940" r:id="rId19"/>
    <p:sldLayoutId id="2147483941" r:id="rId20"/>
    <p:sldLayoutId id="2147483942" r:id="rId21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09864" y="2774479"/>
            <a:ext cx="7810672" cy="232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r-HR" sz="80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Hands-On API Security Testing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12218283" y="6614389"/>
            <a:ext cx="2555337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hr-HR" sz="1750" dirty="0"/>
              <a:t>Ema Andjelković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hr-HR" sz="1750" dirty="0"/>
              <a:t>Laura Benić </a:t>
            </a:r>
          </a:p>
          <a:p>
            <a:pPr>
              <a:lnSpc>
                <a:spcPts val="2850"/>
              </a:lnSpc>
            </a:pPr>
            <a:r>
              <a:rPr lang="hr-HR" sz="1750" dirty="0"/>
              <a:t>Jozo Jurić</a:t>
            </a:r>
          </a:p>
          <a:p>
            <a:pPr>
              <a:lnSpc>
                <a:spcPts val="2850"/>
              </a:lnSpc>
            </a:pPr>
            <a:r>
              <a:rPr lang="hr-HR" sz="1750" dirty="0"/>
              <a:t>Domagoj Hegedušić</a:t>
            </a:r>
          </a:p>
          <a:p>
            <a:pPr>
              <a:lnSpc>
                <a:spcPts val="2850"/>
              </a:lnSpc>
            </a:pPr>
            <a:endParaRPr lang="hr-HR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744FA42-5180-D767-FA2C-03C5ADFFAAA4}"/>
              </a:ext>
            </a:extLst>
          </p:cNvPr>
          <p:cNvSpPr/>
          <p:nvPr/>
        </p:nvSpPr>
        <p:spPr>
          <a:xfrm>
            <a:off x="175011" y="7692206"/>
            <a:ext cx="4485124" cy="42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hr-HR" sz="1750" dirty="0"/>
              <a:t>Mentor: doc.dr.sc Igor Tomičić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212" y="787241"/>
            <a:ext cx="6326624" cy="557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Ciljevi i Ključni Fokus Projekta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67212" y="1679615"/>
            <a:ext cx="3679627" cy="3122533"/>
          </a:xfrm>
          <a:prstGeom prst="roundRect">
            <a:avLst>
              <a:gd name="adj" fmla="val 4685"/>
            </a:avLst>
          </a:prstGeom>
          <a:solidFill>
            <a:srgbClr val="FFFFFF"/>
          </a:solidFill>
          <a:ln w="3048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732" y="1679615"/>
            <a:ext cx="121920" cy="31225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2136" y="1933099"/>
            <a:ext cx="3081218" cy="69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Funkcionalna Web Aplikacija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6612136" y="2763917"/>
            <a:ext cx="3081218" cy="1784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Omogućiti registraciju, autentifikaciju, izradu, uređivanje i </a:t>
            </a:r>
            <a:r>
              <a:rPr lang="en-US" sz="1750" dirty="0" err="1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brisanje</a:t>
            </a: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 err="1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objava</a:t>
            </a: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te dodavanje komentara.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0169843" y="1679615"/>
            <a:ext cx="3679746" cy="3122533"/>
          </a:xfrm>
          <a:prstGeom prst="roundRect">
            <a:avLst>
              <a:gd name="adj" fmla="val 4685"/>
            </a:avLst>
          </a:prstGeom>
          <a:solidFill>
            <a:srgbClr val="FFFFFF"/>
          </a:solidFill>
          <a:ln w="3048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9363" y="1679615"/>
            <a:ext cx="121920" cy="31225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4767" y="1933099"/>
            <a:ext cx="3081338" cy="69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Primjena Sigurnosnih Načela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0514767" y="2763917"/>
            <a:ext cx="3081338" cy="107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Osigurati da korisnici ne mogu neovlašteno pristupati ili mijenjati tuđe podatke.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67212" y="5025152"/>
            <a:ext cx="3679627" cy="2417088"/>
          </a:xfrm>
          <a:prstGeom prst="roundRect">
            <a:avLst>
              <a:gd name="adj" fmla="val 6053"/>
            </a:avLst>
          </a:prstGeom>
          <a:solidFill>
            <a:srgbClr val="FFFFFF"/>
          </a:solidFill>
          <a:ln w="3048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732" y="5025152"/>
            <a:ext cx="121920" cy="24170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2136" y="5278636"/>
            <a:ext cx="3079075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OWASP ZAP Integracija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6612136" y="5760958"/>
            <a:ext cx="3081218" cy="142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Korištenje alata za prepoznavanje, analizu i uklanjanje sigurnosnih ranjivosti.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7064" y="1916311"/>
            <a:ext cx="4849892" cy="51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Arhitektura i Tehnologije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1482085" y="3330818"/>
            <a:ext cx="7661315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ASP.NET Core MVC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C#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Entity Framework Core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SQLite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OWASP ZAP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Virtualna mašina (VM)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95943F-28A2-9222-D8F4-4AE2E40AD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536" y="0"/>
            <a:ext cx="571986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168A3-B6B4-CC9E-A337-D23B691A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5259BE-1CB1-134F-7311-D5B243AF99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6"/>
          <a:stretch>
            <a:fillRect/>
          </a:stretch>
        </p:blipFill>
        <p:spPr>
          <a:xfrm>
            <a:off x="0" y="1"/>
            <a:ext cx="14630400" cy="750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53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88AD55-D8D3-2114-26F6-77802E489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324" y="5613"/>
            <a:ext cx="6366076" cy="8223987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80DA7C30-E1C8-3015-FDF7-16D5BD4D8E80}"/>
              </a:ext>
            </a:extLst>
          </p:cNvPr>
          <p:cNvSpPr/>
          <p:nvPr/>
        </p:nvSpPr>
        <p:spPr>
          <a:xfrm>
            <a:off x="1249967" y="4544062"/>
            <a:ext cx="7661315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Sqlite baza podataka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Entity Framework core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Data Transfer Object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4722477-D246-C773-AF9B-0CC82EFBEDA3}"/>
              </a:ext>
            </a:extLst>
          </p:cNvPr>
          <p:cNvSpPr/>
          <p:nvPr/>
        </p:nvSpPr>
        <p:spPr>
          <a:xfrm>
            <a:off x="1249967" y="2469925"/>
            <a:ext cx="4849892" cy="51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hr-HR" sz="32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Baza podataka</a:t>
            </a:r>
            <a:endParaRPr lang="en-US" sz="3250" dirty="0"/>
          </a:p>
        </p:txBody>
      </p:sp>
    </p:spTree>
    <p:extLst>
      <p:ext uri="{BB962C8B-B14F-4D97-AF65-F5344CB8AC3E}">
        <p14:creationId xmlns:p14="http://schemas.microsoft.com/office/powerpoint/2010/main" val="382187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FACB89-E065-EE0D-7AE2-A6AA1A470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6735"/>
            <a:ext cx="14630400" cy="481247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7A89BF9-59CD-142B-62D2-4CB730545709}"/>
              </a:ext>
            </a:extLst>
          </p:cNvPr>
          <p:cNvSpPr/>
          <p:nvPr/>
        </p:nvSpPr>
        <p:spPr>
          <a:xfrm>
            <a:off x="7023773" y="1320916"/>
            <a:ext cx="4849892" cy="51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hr-HR" sz="4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Registracija korisnika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20020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02433" y="805985"/>
            <a:ext cx="6146363" cy="44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hr-HR" sz="44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Prijava korisnika</a:t>
            </a:r>
            <a:endParaRPr lang="en-US" sz="4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AFA32B-40C1-8628-2293-104104DF1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35" y="1724628"/>
            <a:ext cx="14638435" cy="65049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8F590-F97F-2BAB-AD7B-03CB7C892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72ED39-6356-F9D2-529C-E230961CEAC0}"/>
              </a:ext>
            </a:extLst>
          </p:cNvPr>
          <p:cNvSpPr/>
          <p:nvPr/>
        </p:nvSpPr>
        <p:spPr>
          <a:xfrm>
            <a:off x="4052825" y="1483807"/>
            <a:ext cx="6146363" cy="44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hr-HR" sz="48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Cross-Site Request Forgery zaštita</a:t>
            </a:r>
            <a:endParaRPr lang="en-US" sz="4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BEDAED-CF8B-34BA-0A27-1AE7E6389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7" y="2419109"/>
            <a:ext cx="14610264" cy="581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69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2408-04C6-F0E1-DD7E-5E03DB8A8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AEFD60-FBBF-B28D-0390-D41B9FA26790}"/>
              </a:ext>
            </a:extLst>
          </p:cNvPr>
          <p:cNvSpPr/>
          <p:nvPr/>
        </p:nvSpPr>
        <p:spPr>
          <a:xfrm>
            <a:off x="7315200" y="929640"/>
            <a:ext cx="6146363" cy="44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hr-HR" sz="48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Error handling</a:t>
            </a:r>
            <a:endParaRPr lang="en-US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3E7E8-6A38-85F0-2A6E-EC033A570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1427"/>
            <a:ext cx="14630400" cy="632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35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33DC40-05EB-CE8A-9279-173299C3CC9E}"/>
              </a:ext>
            </a:extLst>
          </p:cNvPr>
          <p:cNvSpPr/>
          <p:nvPr/>
        </p:nvSpPr>
        <p:spPr>
          <a:xfrm>
            <a:off x="534925" y="4379407"/>
            <a:ext cx="6146363" cy="44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hr-HR" sz="115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Hvala na pozornosti!</a:t>
            </a:r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272605906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119</TotalTime>
  <Words>126</Words>
  <Application>Microsoft Office PowerPoint</Application>
  <PresentationFormat>Custom</PresentationFormat>
  <Paragraphs>36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DM Sans Semi Bold</vt:lpstr>
      <vt:lpstr>DM Sans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Domagoj Hegedušić</cp:lastModifiedBy>
  <cp:revision>3</cp:revision>
  <dcterms:created xsi:type="dcterms:W3CDTF">2026-01-20T17:38:28Z</dcterms:created>
  <dcterms:modified xsi:type="dcterms:W3CDTF">2026-01-21T00:31:49Z</dcterms:modified>
</cp:coreProperties>
</file>